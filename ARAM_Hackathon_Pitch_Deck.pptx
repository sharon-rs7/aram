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ARAM (அறம்)</a:t>
            </a:r>
          </a:p>
          <a:p>
            <a:pPr>
              <a:defRPr sz="2200" b="1">
                <a:solidFill>
                  <a:srgbClr val="A5B4FC"/>
                </a:solidFill>
              </a:defRPr>
            </a:pPr>
            <a:r>
              <a:t>AI-Powered Multilingual Legal Aid Triage &amp; Complaint Management System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Empowering low-literacy citizens with voice-first legal aid, ONNX ML classification, and instant advocate routing.</a:t>
            </a:r>
          </a:p>
          <a:p>
            <a:br/>
            <a:pPr>
              <a:defRPr sz="1600" b="1">
                <a:solidFill>
                  <a:srgbClr val="FBBF24"/>
                </a:solidFill>
              </a:defRPr>
            </a:pPr>
            <a:r>
              <a:t>👥 Team Members: Noyal Ashwin J &amp; Sharon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ARAM HACKATHON PITCH DECK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1. Problem &amp; Critical Need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🌐 Language &amp; Literacy Barrier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Millions of rural citizens face difficulties filing grievances due to language barriers (Tamil script vs Tanglish vs English) and complex legal jargon.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⏳ Administrative Backlogs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State &amp; District Legal Aid authorities receive thousands of unclassified complaints, creating heavy manual triage bottlenecks and delayed aid.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🛡️ Safety &amp; Privacy Vulnerabilities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Victims of domestic concern or sensitive grievances using shared household phones risk exposure without discreet stealth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ARAM HACKATHON PITCH DECK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2. Solution Overview — The ARAM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🎙️ Mic-First Voice Entry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Low-literacy citizens file grievances simply by speaking in Tamil or Tanglish. Whisper STT transcribes speech into normalized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🤖 ONNX AI Triage Engine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Automated machine learning models categorize grievances into 6 legal sectors, assess priority scores, and recommend authorities.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🔒 Stealth Privacy Shield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A single-tap panic button instantly masks sensitive complaint screens into a neutral daily news feed for victim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ARAM HACKATHON PITCH DECK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Technical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📱 Frontend &amp; Mobile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React 19 + Vite (PWA)</a:t>
            </a:r>
            <a:br/>
            <a:r>
              <a:t>• TailwindCSS Design System</a:t>
            </a:r>
            <a:br/>
            <a:r>
              <a:t>• Capacitor Android Native APK</a:t>
            </a:r>
            <a:br/>
            <a:r>
              <a:t>• IndexedDB Offline Draft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⚡ Java Spring Boot Backend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Spring Boot 3.3.5 Microservice</a:t>
            </a:r>
            <a:br/>
            <a:r>
              <a:t>• AES-GCM-256 PII Encryption</a:t>
            </a:r>
            <a:br/>
            <a:r>
              <a:t>• Flyway Live Schema Migrations</a:t>
            </a:r>
            <a:br/>
            <a:r>
              <a:t>• WebSockets &amp; STOMP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73B66"/>
                </a:solidFill>
              </a:defRPr>
            </a:pPr>
            <a:r>
              <a:t>🧠 FastAPI AI Microservice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ONNX Runtime Inference</a:t>
            </a:r>
            <a:br/>
            <a:r>
              <a:t>• Faster-Whisper Speech STT</a:t>
            </a:r>
            <a:br/>
            <a:r>
              <a:t>• Dual-Stage MiniLM Re-Ranking</a:t>
            </a:r>
            <a:br/>
            <a:r>
              <a:t>• EasyOCR Document Text Masking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ARAM HACKATHON PITCH DECK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4. Business Model &amp; Regional Growth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B45309"/>
                </a:solidFill>
              </a:defRPr>
            </a:pPr>
            <a:r>
              <a:t>✅ Regional Development Impact: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Democratizes legal empowerment across rural and Tier-2/3 districts of Tamil Nadu by eliminating literacy barriers.</a:t>
            </a:r>
            <a:br/>
          </a:p>
          <a:p>
            <a:pPr>
              <a:defRPr sz="1600" b="1">
                <a:solidFill>
                  <a:srgbClr val="B45309"/>
                </a:solidFill>
              </a:defRPr>
            </a:pPr>
            <a:r>
              <a:t>✅ B2G &amp; NGO Target Users: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Serves District Legal Services Authorities (DLSA), pro-bono law student volunteer networks, and legal aid clinics.</a:t>
            </a:r>
            <a:br/>
          </a:p>
          <a:p>
            <a:pPr>
              <a:defRPr sz="1600" b="1">
                <a:solidFill>
                  <a:srgbClr val="B45309"/>
                </a:solidFill>
              </a:defRPr>
            </a:pPr>
            <a:r>
              <a:t>✅ Paperless &amp; Sustainable Triage: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Reduces physical administrative paperwork, enabling instant digital case routing to verified legal guides.</a:t>
            </a:r>
            <a:br/>
          </a:p>
          <a:p>
            <a:pPr>
              <a:defRPr sz="1600" b="1">
                <a:solidFill>
                  <a:srgbClr val="B45309"/>
                </a:solidFill>
              </a:defRPr>
            </a:pPr>
            <a:r>
              <a:t>✅ High Scalability: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Built on production-oriented microservices ready for deployment across state-wide civic tech infrastructures.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ARAM HACKATHON PITCH DECK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5. Team Members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B66"/>
                </a:solidFill>
              </a:defRPr>
            </a:pPr>
            <a:r>
              <a:t>👨‍💻 Co-Creators &amp; Developers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Mr. Noyal Ashwin J — Lead Full-Stack &amp; Systems Developer (noyalashwin0704@gmail.com | +91 6381276381)</a:t>
            </a:r>
            <a:br/>
            <a:r>
              <a:t>• Mr. Sharon R — Co-Developer &amp; Machine Learning Engineer (+91 8220355021)</a:t>
            </a:r>
            <a:br/>
          </a:p>
          <a:p>
            <a:pPr>
              <a:defRPr sz="1800" b="1">
                <a:solidFill>
                  <a:srgbClr val="4F46E5"/>
                </a:solidFill>
              </a:defRPr>
            </a:pPr>
            <a:r>
              <a:t>🚀 Future Technical Enhancement Roadmap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IndicTrans2 Neural Translation Pipeline for 100% native Tamil-English cross-script alignment.</a:t>
            </a:r>
            <a:br/>
            <a:r>
              <a:t>• Advanced OpenCV Document Preprocessing (Image deskewing &amp; noise reduction prior to EasyOCR).</a:t>
            </a:r>
            <a:br/>
            <a:r>
              <a:t>• Explainable AI (XAI) feature attribution using SHAP for transparent priority scoring.</a:t>
            </a:r>
            <a:br/>
            <a:r>
              <a:t>• Non-blocking Spring WebFlux WebClient &amp; STOMP WebSockets integration for enterprise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